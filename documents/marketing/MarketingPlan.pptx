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87451-0D8F-478B-97E6-FCFAC783C2E6}" v="23" dt="2026-07-15T20:59:22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15/07/2026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>
                <a:ea typeface="+mj-lt"/>
                <a:cs typeface="+mj-lt"/>
              </a:rPr>
              <a:t>Marketing Plan 2026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348DF-9512-082D-9A4E-F0CF54AE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ea typeface="+mj-lt"/>
                <a:cs typeface="+mj-lt"/>
              </a:rPr>
              <a:t>Objectives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CD18D6-9658-7587-5013-9E4BC1642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 err="1">
                <a:ea typeface="+mn-lt"/>
                <a:cs typeface="+mn-lt"/>
              </a:rPr>
              <a:t>Increase</a:t>
            </a:r>
            <a:r>
              <a:rPr lang="es-ES" dirty="0">
                <a:ea typeface="+mn-lt"/>
                <a:cs typeface="+mn-lt"/>
              </a:rPr>
              <a:t> sales </a:t>
            </a:r>
            <a:r>
              <a:rPr lang="es-ES" dirty="0" err="1">
                <a:ea typeface="+mn-lt"/>
                <a:cs typeface="+mn-lt"/>
              </a:rPr>
              <a:t>by</a:t>
            </a:r>
            <a:r>
              <a:rPr lang="es-ES" dirty="0">
                <a:ea typeface="+mn-lt"/>
                <a:cs typeface="+mn-lt"/>
              </a:rPr>
              <a:t> 20%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8992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B7202-8ADB-BD05-F601-235261C8B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81448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Target Market</a:t>
            </a:r>
            <a:endParaRPr lang="es-ES"/>
          </a:p>
          <a:p>
            <a:r>
              <a:rPr lang="es-ES" dirty="0">
                <a:ea typeface="+mj-lt"/>
                <a:cs typeface="+mj-lt"/>
              </a:rPr>
              <a:t>Small </a:t>
            </a:r>
            <a:r>
              <a:rPr lang="es-ES" dirty="0" err="1">
                <a:ea typeface="+mj-lt"/>
                <a:cs typeface="+mj-lt"/>
              </a:rPr>
              <a:t>businesses</a:t>
            </a:r>
            <a:endParaRPr lang="es-ES" dirty="0" err="1"/>
          </a:p>
          <a:p>
            <a:r>
              <a:rPr lang="es-ES" dirty="0" err="1">
                <a:ea typeface="+mj-lt"/>
                <a:cs typeface="+mj-lt"/>
              </a:rPr>
              <a:t>Retail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companies</a:t>
            </a:r>
            <a:endParaRPr lang="es-ES" dirty="0" err="1"/>
          </a:p>
          <a:p>
            <a:r>
              <a:rPr lang="es-ES" dirty="0" err="1">
                <a:ea typeface="+mj-lt"/>
                <a:cs typeface="+mj-lt"/>
              </a:rPr>
              <a:t>Educational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institutions</a:t>
            </a:r>
            <a:endParaRPr lang="es-ES" dirty="0" err="1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515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FC457-D7C7-A717-CDEF-61A37492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2763"/>
          </a:xfrm>
        </p:spPr>
        <p:txBody>
          <a:bodyPr>
            <a:normAutofit/>
          </a:bodyPr>
          <a:lstStyle/>
          <a:p>
            <a:r>
              <a:rPr lang="es-ES" dirty="0" err="1">
                <a:ea typeface="+mj-lt"/>
                <a:cs typeface="+mj-lt"/>
              </a:rPr>
              <a:t>Strategies</a:t>
            </a:r>
            <a:endParaRPr lang="es-ES" dirty="0" err="1"/>
          </a:p>
          <a:p>
            <a:r>
              <a:rPr lang="es-ES">
                <a:ea typeface="+mj-lt"/>
                <a:cs typeface="+mj-lt"/>
              </a:rPr>
              <a:t>Social Media</a:t>
            </a:r>
            <a:endParaRPr lang="es-ES"/>
          </a:p>
          <a:p>
            <a:r>
              <a:rPr lang="es-ES" dirty="0">
                <a:ea typeface="+mj-lt"/>
                <a:cs typeface="+mj-lt"/>
              </a:rPr>
              <a:t>Google </a:t>
            </a:r>
            <a:r>
              <a:rPr lang="es-ES" dirty="0" err="1">
                <a:ea typeface="+mj-lt"/>
                <a:cs typeface="+mj-lt"/>
              </a:rPr>
              <a:t>Ads</a:t>
            </a:r>
            <a:endParaRPr lang="es-ES" dirty="0" err="1"/>
          </a:p>
          <a:p>
            <a:r>
              <a:rPr lang="es-ES">
                <a:ea typeface="+mj-lt"/>
                <a:cs typeface="+mj-lt"/>
              </a:rPr>
              <a:t>SEO</a:t>
            </a:r>
            <a:endParaRPr lang="es-ES"/>
          </a:p>
          <a:p>
            <a:r>
              <a:rPr lang="es-ES">
                <a:ea typeface="+mj-lt"/>
                <a:cs typeface="+mj-lt"/>
              </a:rPr>
              <a:t>Email Marketing</a:t>
            </a:r>
            <a:endParaRPr lang="es-ES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6980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638B2-5074-F1F5-EE2D-9173480EE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03220"/>
          </a:xfrm>
        </p:spPr>
        <p:txBody>
          <a:bodyPr>
            <a:normAutofit/>
          </a:bodyPr>
          <a:lstStyle/>
          <a:p>
            <a:r>
              <a:rPr lang="es-ES" dirty="0" err="1">
                <a:ea typeface="+mj-lt"/>
                <a:cs typeface="+mj-lt"/>
              </a:rPr>
              <a:t>KPIs</a:t>
            </a:r>
            <a:endParaRPr lang="es-ES" dirty="0" err="1"/>
          </a:p>
          <a:p>
            <a:r>
              <a:rPr lang="es-ES" dirty="0">
                <a:ea typeface="+mj-lt"/>
                <a:cs typeface="+mj-lt"/>
              </a:rPr>
              <a:t>New </a:t>
            </a:r>
            <a:r>
              <a:rPr lang="es-ES" dirty="0" err="1">
                <a:ea typeface="+mj-lt"/>
                <a:cs typeface="+mj-lt"/>
              </a:rPr>
              <a:t>Customers</a:t>
            </a:r>
            <a:endParaRPr lang="es-ES" dirty="0" err="1"/>
          </a:p>
          <a:p>
            <a:r>
              <a:rPr lang="es-ES" dirty="0" err="1">
                <a:ea typeface="+mj-lt"/>
                <a:cs typeface="+mj-lt"/>
              </a:rPr>
              <a:t>Conversion</a:t>
            </a:r>
            <a:r>
              <a:rPr lang="es-ES" dirty="0">
                <a:ea typeface="+mj-lt"/>
                <a:cs typeface="+mj-lt"/>
              </a:rPr>
              <a:t> Rate</a:t>
            </a:r>
            <a:endParaRPr lang="es-ES" dirty="0"/>
          </a:p>
          <a:p>
            <a:r>
              <a:rPr lang="es-ES" dirty="0" err="1">
                <a:ea typeface="+mj-lt"/>
                <a:cs typeface="+mj-lt"/>
              </a:rPr>
              <a:t>Website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Visits</a:t>
            </a:r>
            <a:endParaRPr lang="es-ES" dirty="0" err="1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53056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Marketing Plan 2026</vt:lpstr>
      <vt:lpstr>Objectives</vt:lpstr>
      <vt:lpstr>Target Market Small businesses Retail companies Educational institutions </vt:lpstr>
      <vt:lpstr>Strategies Social Media Google Ads SEO Email Marketing </vt:lpstr>
      <vt:lpstr>KPIs New Customers Conversion Rate Website Visits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created xsi:type="dcterms:W3CDTF">2026-07-15T20:55:40Z</dcterms:created>
  <dcterms:modified xsi:type="dcterms:W3CDTF">2026-07-15T21:00:00Z</dcterms:modified>
</cp:coreProperties>
</file>